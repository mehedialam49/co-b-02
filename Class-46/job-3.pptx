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0" d="100"/>
          <a:sy n="60" d="100"/>
        </p:scale>
        <p:origin x="88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E935B-2645-414A-8BBA-00F67AC713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DA8BA6-1BEC-46C1-8291-DE1B959F64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3694C-3D64-43CD-9D49-E18CB4C82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3C375-1688-4C31-953E-768C39F62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4F919-D4CD-40AF-A8E5-23FB9C16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20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3B94C5-1DDD-43F5-81A7-2586441EC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EE591-9348-4A06-AA40-990235926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7F6A3A-E075-4676-9346-D910AE974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2436FD-B658-4432-B188-75EFB8827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7A9880-A453-4ABB-9910-1BEB6903C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0846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334F0E-C441-49DC-A79A-3CCAF18CF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29744C-C6EF-45CD-835A-772E44378D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CB5330-C656-45FA-8ACD-555444425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2CDD7D-AA3D-40A3-A784-A02247D85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15808-A774-43E9-805D-42ED4B7DC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0165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219D7-FCB9-440B-BDC6-C788826A5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AF2193-A650-4AB2-9FF7-2E60EABC2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99D1E-23CF-43A3-B279-0F290DB96B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C210D4-3E90-4740-8493-EDF31D4A1E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AEE045-E00A-43B1-8741-7D28A7E8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3F79F9-C465-49B4-BCF0-5D4E016A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7195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13B47-C497-4552-A886-D1C7720A2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EC3116-BE4A-40C3-B3A9-7B41BECE8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1ED51-1C86-4970-9A75-48133413E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245F8E-40AF-4F92-A57D-DC9838A1C2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6EDF56-97E0-4A21-A3A1-0808DE78ED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FED89E-5423-43A6-B850-34F6DC1C9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49DE61-4723-40EC-9A0A-C30072DD34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D7415E-419C-4CC0-9579-60CDD993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198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A66F2-D77D-468B-AABB-879B7A5A60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2EEF97-42FE-4C3B-A13F-A673EB90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F295B7-E087-45A9-92FE-16FE1BAA4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9AC46B-2CBB-4EBF-A334-88C09A41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808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A01ED2-F4E5-4AC0-905E-A1042F564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2C67AB-7D3A-4982-B4E5-0B939A5A2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5E5C87-0E73-4F06-B4F3-A18C15ADE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9691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42987-DDA8-487F-BB9F-9F82ABECDA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CDD40D-E219-4012-95E9-F6391F595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93FBC0-3989-47D0-BA10-04602F93CA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A98FA8-A55D-4407-AE2E-51D98E13E4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198AD1-F43A-4407-BBC1-815BE3A27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D7A85C-AB51-4CA0-8555-951C9FBF8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8365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BC3DA-9ABB-4211-AAB2-29421856B6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CE9E7-2D7B-4711-83C5-67BB9F4AC6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54DF15-9E3C-4D62-B24D-98F443A4C2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DBBC31-64CC-493B-AA07-246D7C3D0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45F235-EA7B-4BFF-B952-3B5CD093A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2B8D4-F5E2-4D54-8A0D-A92A616D20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66180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42987-91C1-4767-B6DD-442FA89B8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C441B4-8085-41E6-9FDA-C951740144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B7DB04-B18C-4C5A-A551-F2A16AFC2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92F940-C11E-4663-8811-43252A94A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D9162D-C9E7-4E12-BB5E-6745671EE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09745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37CE61-563A-4667-9045-542BDDCE06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42B483-B2D8-40BA-9899-61F3AFEDD0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61BFA-4E05-4D53-B079-E2A6AA9DB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568D72-8A42-4D19-9E2E-7A6626BC7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AD4A9F-B178-4B29-B289-9D27D46D4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5431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30B192-B705-4824-B7B9-499116137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21C086-66C8-473A-A469-B6B771BB2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51469-9FB6-4407-9B1E-ABEF2A0674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0B3D67-802E-4633-B415-CE2F0A9A180F}" type="datetimeFigureOut">
              <a:rPr lang="en-US" smtClean="0"/>
              <a:t>02-Apr-26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3D77B3-BD1C-4B36-B969-D4BB0771CF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0E0FB9-E2B1-4D43-B0F8-EA3ABC721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6E8AE-F88A-4806-89F9-89AF7E47C084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D172E0B-6E5C-4FA8-8498-7668CD03CB45}"/>
              </a:ext>
            </a:extLst>
          </p:cNvPr>
          <p:cNvGrpSpPr/>
          <p:nvPr userDrawn="1"/>
        </p:nvGrpSpPr>
        <p:grpSpPr>
          <a:xfrm>
            <a:off x="185210" y="253437"/>
            <a:ext cx="1061545" cy="318052"/>
            <a:chOff x="185210" y="420414"/>
            <a:chExt cx="1061545" cy="318052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EDCBF22C-269D-4B9D-B981-FF6FBF6BAB06}"/>
                </a:ext>
              </a:extLst>
            </p:cNvPr>
            <p:cNvCxnSpPr>
              <a:cxnSpLocks/>
            </p:cNvCxnSpPr>
            <p:nvPr/>
          </p:nvCxnSpPr>
          <p:spPr>
            <a:xfrm>
              <a:off x="185210" y="420414"/>
              <a:ext cx="10615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5170A036-435B-46CD-AFFE-EB3149613FE6}"/>
                </a:ext>
              </a:extLst>
            </p:cNvPr>
            <p:cNvCxnSpPr>
              <a:cxnSpLocks/>
            </p:cNvCxnSpPr>
            <p:nvPr/>
          </p:nvCxnSpPr>
          <p:spPr>
            <a:xfrm>
              <a:off x="185210" y="579440"/>
              <a:ext cx="10615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1BC5C64-12D5-460C-89AA-98655E15480C}"/>
                </a:ext>
              </a:extLst>
            </p:cNvPr>
            <p:cNvCxnSpPr>
              <a:cxnSpLocks/>
            </p:cNvCxnSpPr>
            <p:nvPr/>
          </p:nvCxnSpPr>
          <p:spPr>
            <a:xfrm>
              <a:off x="185210" y="738466"/>
              <a:ext cx="1061545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4066BE7-FFBA-4B48-BC4F-48D72CCB8BFD}"/>
              </a:ext>
            </a:extLst>
          </p:cNvPr>
          <p:cNvGrpSpPr/>
          <p:nvPr userDrawn="1"/>
        </p:nvGrpSpPr>
        <p:grpSpPr>
          <a:xfrm>
            <a:off x="10797310" y="253437"/>
            <a:ext cx="794811" cy="794811"/>
            <a:chOff x="11211979" y="157281"/>
            <a:chExt cx="794811" cy="794811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CE870746-4B5D-4DB1-91CE-3ECA06B89972}"/>
                </a:ext>
              </a:extLst>
            </p:cNvPr>
            <p:cNvSpPr/>
            <p:nvPr/>
          </p:nvSpPr>
          <p:spPr>
            <a:xfrm>
              <a:off x="11496427" y="157281"/>
              <a:ext cx="510363" cy="51036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CD3DA7E5-74D2-4FF2-9E6D-333568653F27}"/>
                </a:ext>
              </a:extLst>
            </p:cNvPr>
            <p:cNvSpPr/>
            <p:nvPr/>
          </p:nvSpPr>
          <p:spPr>
            <a:xfrm>
              <a:off x="11211979" y="667644"/>
              <a:ext cx="284448" cy="284448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2EB87B2-6A22-4DF6-B799-4ACD5CAD571B}"/>
              </a:ext>
            </a:extLst>
          </p:cNvPr>
          <p:cNvSpPr/>
          <p:nvPr userDrawn="1"/>
        </p:nvSpPr>
        <p:spPr>
          <a:xfrm>
            <a:off x="715982" y="6243060"/>
            <a:ext cx="1686459" cy="414668"/>
          </a:xfrm>
          <a:custGeom>
            <a:avLst/>
            <a:gdLst>
              <a:gd name="connsiteX0" fmla="*/ 0 w 1686459"/>
              <a:gd name="connsiteY0" fmla="*/ 0 h 414668"/>
              <a:gd name="connsiteX1" fmla="*/ 1479125 w 1686459"/>
              <a:gd name="connsiteY1" fmla="*/ 0 h 414668"/>
              <a:gd name="connsiteX2" fmla="*/ 1686459 w 1686459"/>
              <a:gd name="connsiteY2" fmla="*/ 207334 h 414668"/>
              <a:gd name="connsiteX3" fmla="*/ 1686458 w 1686459"/>
              <a:gd name="connsiteY3" fmla="*/ 207334 h 414668"/>
              <a:gd name="connsiteX4" fmla="*/ 1479124 w 1686459"/>
              <a:gd name="connsiteY4" fmla="*/ 414668 h 414668"/>
              <a:gd name="connsiteX5" fmla="*/ 0 w 1686459"/>
              <a:gd name="connsiteY5" fmla="*/ 414667 h 41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86459" h="414668">
                <a:moveTo>
                  <a:pt x="0" y="0"/>
                </a:moveTo>
                <a:lnTo>
                  <a:pt x="1479125" y="0"/>
                </a:lnTo>
                <a:cubicBezTo>
                  <a:pt x="1593632" y="0"/>
                  <a:pt x="1686459" y="92827"/>
                  <a:pt x="1686459" y="207334"/>
                </a:cubicBezTo>
                <a:lnTo>
                  <a:pt x="1686458" y="207334"/>
                </a:lnTo>
                <a:cubicBezTo>
                  <a:pt x="1686458" y="321841"/>
                  <a:pt x="1593631" y="414668"/>
                  <a:pt x="1479124" y="414668"/>
                </a:cubicBezTo>
                <a:lnTo>
                  <a:pt x="0" y="414667"/>
                </a:ln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679E0430-5A3E-428A-8673-C7DF391DD32A}"/>
              </a:ext>
            </a:extLst>
          </p:cNvPr>
          <p:cNvSpPr/>
          <p:nvPr userDrawn="1"/>
        </p:nvSpPr>
        <p:spPr>
          <a:xfrm rot="18919664">
            <a:off x="10290296" y="6397229"/>
            <a:ext cx="1052949" cy="414668"/>
          </a:xfrm>
          <a:custGeom>
            <a:avLst/>
            <a:gdLst>
              <a:gd name="connsiteX0" fmla="*/ 992222 w 1052949"/>
              <a:gd name="connsiteY0" fmla="*/ 60727 h 414668"/>
              <a:gd name="connsiteX1" fmla="*/ 1052949 w 1052949"/>
              <a:gd name="connsiteY1" fmla="*/ 207334 h 414668"/>
              <a:gd name="connsiteX2" fmla="*/ 1052948 w 1052949"/>
              <a:gd name="connsiteY2" fmla="*/ 207334 h 414668"/>
              <a:gd name="connsiteX3" fmla="*/ 845614 w 1052949"/>
              <a:gd name="connsiteY3" fmla="*/ 414668 h 414668"/>
              <a:gd name="connsiteX4" fmla="*/ 419439 w 1052949"/>
              <a:gd name="connsiteY4" fmla="*/ 414667 h 414668"/>
              <a:gd name="connsiteX5" fmla="*/ 0 w 1052949"/>
              <a:gd name="connsiteY5" fmla="*/ 0 h 414668"/>
              <a:gd name="connsiteX6" fmla="*/ 845615 w 1052949"/>
              <a:gd name="connsiteY6" fmla="*/ 0 h 414668"/>
              <a:gd name="connsiteX7" fmla="*/ 992222 w 1052949"/>
              <a:gd name="connsiteY7" fmla="*/ 60727 h 4146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052949" h="414668">
                <a:moveTo>
                  <a:pt x="992222" y="60727"/>
                </a:moveTo>
                <a:cubicBezTo>
                  <a:pt x="1029742" y="98247"/>
                  <a:pt x="1052949" y="150080"/>
                  <a:pt x="1052949" y="207334"/>
                </a:cubicBezTo>
                <a:lnTo>
                  <a:pt x="1052948" y="207334"/>
                </a:lnTo>
                <a:cubicBezTo>
                  <a:pt x="1052948" y="321841"/>
                  <a:pt x="960121" y="414668"/>
                  <a:pt x="845614" y="414668"/>
                </a:cubicBezTo>
                <a:lnTo>
                  <a:pt x="419439" y="414667"/>
                </a:lnTo>
                <a:lnTo>
                  <a:pt x="0" y="0"/>
                </a:lnTo>
                <a:lnTo>
                  <a:pt x="845615" y="0"/>
                </a:lnTo>
                <a:cubicBezTo>
                  <a:pt x="902868" y="0"/>
                  <a:pt x="954702" y="23207"/>
                  <a:pt x="992222" y="60727"/>
                </a:cubicBezTo>
                <a:close/>
              </a:path>
            </a:pathLst>
          </a:cu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9601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xhere.com/en/photo/1155286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vecteezy.com/free-png/wow-man" TargetMode="Externa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reepngimg.com/png/6112-hands-png-hand-image-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D3307760-EBBC-41B8-A229-7A2810F1988A}"/>
              </a:ext>
            </a:extLst>
          </p:cNvPr>
          <p:cNvSpPr txBox="1"/>
          <p:nvPr/>
        </p:nvSpPr>
        <p:spPr>
          <a:xfrm>
            <a:off x="4674168" y="712375"/>
            <a:ext cx="2843664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000" dirty="0">
                <a:latin typeface="Arial" panose="020B0604020202020204" pitchFamily="34" charset="0"/>
                <a:cs typeface="Arial" panose="020B0604020202020204" pitchFamily="34" charset="0"/>
              </a:rPr>
              <a:t>Welcome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C8F4432-EB12-4CD9-9117-015CE8CFA42B}"/>
              </a:ext>
            </a:extLst>
          </p:cNvPr>
          <p:cNvCxnSpPr/>
          <p:nvPr/>
        </p:nvCxnSpPr>
        <p:spPr>
          <a:xfrm>
            <a:off x="3848986" y="691117"/>
            <a:ext cx="43380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2636C41-EEEE-43FC-894C-0ED0EDB8F574}"/>
              </a:ext>
            </a:extLst>
          </p:cNvPr>
          <p:cNvCxnSpPr/>
          <p:nvPr/>
        </p:nvCxnSpPr>
        <p:spPr>
          <a:xfrm>
            <a:off x="3912784" y="1658676"/>
            <a:ext cx="4338084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755AD1B-B97E-435B-B546-E00BAB557F4A}"/>
              </a:ext>
            </a:extLst>
          </p:cNvPr>
          <p:cNvSpPr>
            <a:spLocks/>
          </p:cNvSpPr>
          <p:nvPr/>
        </p:nvSpPr>
        <p:spPr>
          <a:xfrm>
            <a:off x="2073348" y="2434855"/>
            <a:ext cx="4572000" cy="27432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B7B2A9-A4CD-4541-A541-867B35C4A197}"/>
              </a:ext>
            </a:extLst>
          </p:cNvPr>
          <p:cNvSpPr txBox="1"/>
          <p:nvPr/>
        </p:nvSpPr>
        <p:spPr>
          <a:xfrm>
            <a:off x="6888320" y="3390956"/>
            <a:ext cx="23423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Name: ABC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Reg. No: 12345</a:t>
            </a:r>
          </a:p>
        </p:txBody>
      </p:sp>
    </p:spTree>
    <p:extLst>
      <p:ext uri="{BB962C8B-B14F-4D97-AF65-F5344CB8AC3E}">
        <p14:creationId xmlns:p14="http://schemas.microsoft.com/office/powerpoint/2010/main" val="4853038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xplosion: 14 Points 1">
            <a:extLst>
              <a:ext uri="{FF2B5EF4-FFF2-40B4-BE49-F238E27FC236}">
                <a16:creationId xmlns:a16="http://schemas.microsoft.com/office/drawing/2014/main" id="{83D886B9-6BDB-4308-8D58-71D677BC762F}"/>
              </a:ext>
            </a:extLst>
          </p:cNvPr>
          <p:cNvSpPr/>
          <p:nvPr/>
        </p:nvSpPr>
        <p:spPr>
          <a:xfrm>
            <a:off x="1832343" y="893137"/>
            <a:ext cx="8527313" cy="4688957"/>
          </a:xfrm>
          <a:prstGeom prst="irregularSeal2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E530FD-B704-4738-8607-8B05D3F37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995378" y="3429000"/>
            <a:ext cx="3501655" cy="333037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0BCCE72-558A-4495-9C24-849DC9AF1D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7527851" y="2488018"/>
            <a:ext cx="4642893" cy="14503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494601-526F-41BC-9DC3-14EEFFD1B13E}"/>
              </a:ext>
            </a:extLst>
          </p:cNvPr>
          <p:cNvSpPr txBox="1"/>
          <p:nvPr/>
        </p:nvSpPr>
        <p:spPr>
          <a:xfrm>
            <a:off x="5316279" y="2206563"/>
            <a:ext cx="191386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Pow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er</a:t>
            </a:r>
          </a:p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</a:p>
          <a:p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Image!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A3D582-CC03-4D6B-9071-2E705C0A373E}"/>
              </a:ext>
            </a:extLst>
          </p:cNvPr>
          <p:cNvCxnSpPr/>
          <p:nvPr/>
        </p:nvCxnSpPr>
        <p:spPr>
          <a:xfrm>
            <a:off x="6496493" y="2488018"/>
            <a:ext cx="1031358" cy="29771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EE75D30-D4BD-4B78-BF6B-F70D6243886D}"/>
              </a:ext>
            </a:extLst>
          </p:cNvPr>
          <p:cNvCxnSpPr/>
          <p:nvPr/>
        </p:nvCxnSpPr>
        <p:spPr>
          <a:xfrm flipV="1">
            <a:off x="6485860" y="3019647"/>
            <a:ext cx="1134144" cy="409353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2E0EDA5-3B61-4F4C-98F8-30174B9BAD5A}"/>
              </a:ext>
            </a:extLst>
          </p:cNvPr>
          <p:cNvCxnSpPr>
            <a:endCxn id="6" idx="1"/>
          </p:cNvCxnSpPr>
          <p:nvPr/>
        </p:nvCxnSpPr>
        <p:spPr>
          <a:xfrm flipV="1">
            <a:off x="7012172" y="3213216"/>
            <a:ext cx="515679" cy="63577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9B06C4B-8D6A-487D-B4D3-EB14F0E5EC46}"/>
              </a:ext>
            </a:extLst>
          </p:cNvPr>
          <p:cNvCxnSpPr/>
          <p:nvPr/>
        </p:nvCxnSpPr>
        <p:spPr>
          <a:xfrm>
            <a:off x="6496493" y="2887678"/>
            <a:ext cx="1123511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65015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14</Words>
  <Application>Microsoft Office PowerPoint</Application>
  <PresentationFormat>Widescreen</PresentationFormat>
  <Paragraphs>7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Turnago 1</dc:creator>
  <cp:lastModifiedBy>Turnago 1</cp:lastModifiedBy>
  <cp:revision>2</cp:revision>
  <dcterms:created xsi:type="dcterms:W3CDTF">2026-04-02T08:42:46Z</dcterms:created>
  <dcterms:modified xsi:type="dcterms:W3CDTF">2026-04-02T09:36:48Z</dcterms:modified>
</cp:coreProperties>
</file>