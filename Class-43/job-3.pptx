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E52F5A-AB0C-4D0B-9B0D-251B4FB6FAD5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10090E-CBA7-4D2D-BB79-F62D2A4EE15B}">
      <dgm:prSet phldrT="[Text]"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Mouse</a:t>
          </a:r>
        </a:p>
      </dgm:t>
    </dgm:pt>
    <dgm:pt modelId="{4821965F-691B-43C1-A712-1DC8756C2B13}" type="parTrans" cxnId="{2A0D58C2-4880-430B-94D3-E2A5E0C888D6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2451FF-ED40-40D7-AD32-375D12ECD3B2}" type="sibTrans" cxnId="{2A0D58C2-4880-430B-94D3-E2A5E0C888D6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9A8599-B1C6-40B4-8104-541EAC33AE72}">
      <dgm:prSet phldrT="[Text]"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Monitor</a:t>
          </a:r>
        </a:p>
      </dgm:t>
    </dgm:pt>
    <dgm:pt modelId="{FB867C36-E1CC-44AA-8626-6E44037CB200}" type="parTrans" cxnId="{F76F3CD1-D813-4BEE-93FB-786227F56437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A8D740-11A4-438C-8058-3A3202DC5EE7}" type="sibTrans" cxnId="{F76F3CD1-D813-4BEE-93FB-786227F56437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5C5648-E8D6-45B6-B35A-C7F84270B3BC}">
      <dgm:prSet phldrT="[Text]"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Keyboard</a:t>
          </a:r>
        </a:p>
      </dgm:t>
    </dgm:pt>
    <dgm:pt modelId="{0CA9102F-E752-47AD-A4F2-0181FDCE852B}" type="parTrans" cxnId="{7D490B47-24F9-48FC-8C1E-C8D6850283FB}">
      <dgm:prSet/>
      <dgm:spPr/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885887-0337-4B8E-B0CE-FF66616A8A2D}" type="sibTrans" cxnId="{7D490B47-24F9-48FC-8C1E-C8D6850283FB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  <dgm:t>
        <a:bodyPr/>
        <a:lstStyle/>
        <a:p>
          <a:endParaRPr lang="en-US" sz="2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303F9F-0A12-45DC-A18E-DD6A835BD4FD}" type="pres">
      <dgm:prSet presAssocID="{00E52F5A-AB0C-4D0B-9B0D-251B4FB6FAD5}" presName="Name0" presStyleCnt="0">
        <dgm:presLayoutVars>
          <dgm:chMax val="21"/>
          <dgm:chPref val="21"/>
        </dgm:presLayoutVars>
      </dgm:prSet>
      <dgm:spPr/>
    </dgm:pt>
    <dgm:pt modelId="{74367919-BD80-48B6-9144-9B738D6ED894}" type="pres">
      <dgm:prSet presAssocID="{F810090E-CBA7-4D2D-BB79-F62D2A4EE15B}" presName="text1" presStyleCnt="0"/>
      <dgm:spPr/>
    </dgm:pt>
    <dgm:pt modelId="{FA45F8A2-4EB6-42B3-9F13-E343A0F82150}" type="pres">
      <dgm:prSet presAssocID="{F810090E-CBA7-4D2D-BB79-F62D2A4EE15B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42C76F0-6443-483A-87C1-DC6C545417DD}" type="pres">
      <dgm:prSet presAssocID="{F810090E-CBA7-4D2D-BB79-F62D2A4EE15B}" presName="textaccent1" presStyleCnt="0"/>
      <dgm:spPr/>
    </dgm:pt>
    <dgm:pt modelId="{97B64438-C016-4AAC-8132-0061DE333E8E}" type="pres">
      <dgm:prSet presAssocID="{F810090E-CBA7-4D2D-BB79-F62D2A4EE15B}" presName="accentRepeatNode" presStyleLbl="solidAlignAcc1" presStyleIdx="0" presStyleCnt="6"/>
      <dgm:spPr/>
    </dgm:pt>
    <dgm:pt modelId="{3B837E69-3302-4969-8DE2-F8A8A0D0BFC6}" type="pres">
      <dgm:prSet presAssocID="{DD2451FF-ED40-40D7-AD32-375D12ECD3B2}" presName="image1" presStyleCnt="0"/>
      <dgm:spPr/>
    </dgm:pt>
    <dgm:pt modelId="{6E58BDD5-F759-4C68-9014-DD20B522AC1B}" type="pres">
      <dgm:prSet presAssocID="{DD2451FF-ED40-40D7-AD32-375D12ECD3B2}" presName="imageRepeatNode" presStyleLbl="alignAcc1" presStyleIdx="0" presStyleCnt="3"/>
      <dgm:spPr/>
    </dgm:pt>
    <dgm:pt modelId="{93532EDB-AEC9-48D8-9890-4D2C13CB28C3}" type="pres">
      <dgm:prSet presAssocID="{DD2451FF-ED40-40D7-AD32-375D12ECD3B2}" presName="imageaccent1" presStyleCnt="0"/>
      <dgm:spPr/>
    </dgm:pt>
    <dgm:pt modelId="{142F696A-42FC-41A1-83FC-747900B164AD}" type="pres">
      <dgm:prSet presAssocID="{DD2451FF-ED40-40D7-AD32-375D12ECD3B2}" presName="accentRepeatNode" presStyleLbl="solidAlignAcc1" presStyleIdx="1" presStyleCnt="6"/>
      <dgm:spPr/>
    </dgm:pt>
    <dgm:pt modelId="{A7C66303-63E9-4CAC-8BD2-1A2C69F4E487}" type="pres">
      <dgm:prSet presAssocID="{1E9A8599-B1C6-40B4-8104-541EAC33AE72}" presName="text2" presStyleCnt="0"/>
      <dgm:spPr/>
    </dgm:pt>
    <dgm:pt modelId="{EB94C29E-EDDF-47F4-8A87-43DCD43577CA}" type="pres">
      <dgm:prSet presAssocID="{1E9A8599-B1C6-40B4-8104-541EAC33AE72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C78DD42-AE68-4861-A789-F4A35ACDD678}" type="pres">
      <dgm:prSet presAssocID="{1E9A8599-B1C6-40B4-8104-541EAC33AE72}" presName="textaccent2" presStyleCnt="0"/>
      <dgm:spPr/>
    </dgm:pt>
    <dgm:pt modelId="{A19B9FA4-2BB1-4E5D-99CA-2E1F21917D70}" type="pres">
      <dgm:prSet presAssocID="{1E9A8599-B1C6-40B4-8104-541EAC33AE72}" presName="accentRepeatNode" presStyleLbl="solidAlignAcc1" presStyleIdx="2" presStyleCnt="6"/>
      <dgm:spPr/>
    </dgm:pt>
    <dgm:pt modelId="{8CAC710F-39FC-4765-83C2-622D27C5A63B}" type="pres">
      <dgm:prSet presAssocID="{DAA8D740-11A4-438C-8058-3A3202DC5EE7}" presName="image2" presStyleCnt="0"/>
      <dgm:spPr/>
    </dgm:pt>
    <dgm:pt modelId="{1C0008FF-E976-42AE-BB05-6CB5CE22F18C}" type="pres">
      <dgm:prSet presAssocID="{DAA8D740-11A4-438C-8058-3A3202DC5EE7}" presName="imageRepeatNode" presStyleLbl="alignAcc1" presStyleIdx="1" presStyleCnt="3"/>
      <dgm:spPr/>
    </dgm:pt>
    <dgm:pt modelId="{22C109FD-F789-4093-AB4A-E8FF9B17DBC6}" type="pres">
      <dgm:prSet presAssocID="{DAA8D740-11A4-438C-8058-3A3202DC5EE7}" presName="imageaccent2" presStyleCnt="0"/>
      <dgm:spPr/>
    </dgm:pt>
    <dgm:pt modelId="{224DB306-E609-4783-9B6E-5A1C6A708723}" type="pres">
      <dgm:prSet presAssocID="{DAA8D740-11A4-438C-8058-3A3202DC5EE7}" presName="accentRepeatNode" presStyleLbl="solidAlignAcc1" presStyleIdx="3" presStyleCnt="6"/>
      <dgm:spPr/>
    </dgm:pt>
    <dgm:pt modelId="{6055C59B-A8C0-4E16-84C4-802E882AD560}" type="pres">
      <dgm:prSet presAssocID="{925C5648-E8D6-45B6-B35A-C7F84270B3BC}" presName="text3" presStyleCnt="0"/>
      <dgm:spPr/>
    </dgm:pt>
    <dgm:pt modelId="{B8E29467-262E-464C-AC76-1B81A3C1FA5D}" type="pres">
      <dgm:prSet presAssocID="{925C5648-E8D6-45B6-B35A-C7F84270B3BC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3480AF7-8A6D-443E-80DF-B9E1991619BA}" type="pres">
      <dgm:prSet presAssocID="{925C5648-E8D6-45B6-B35A-C7F84270B3BC}" presName="textaccent3" presStyleCnt="0"/>
      <dgm:spPr/>
    </dgm:pt>
    <dgm:pt modelId="{99DBA16D-9F3A-4BA8-BCFD-996173531DA4}" type="pres">
      <dgm:prSet presAssocID="{925C5648-E8D6-45B6-B35A-C7F84270B3BC}" presName="accentRepeatNode" presStyleLbl="solidAlignAcc1" presStyleIdx="4" presStyleCnt="6"/>
      <dgm:spPr/>
    </dgm:pt>
    <dgm:pt modelId="{031E13E3-944D-401F-A834-B43DB2A5656E}" type="pres">
      <dgm:prSet presAssocID="{52885887-0337-4B8E-B0CE-FF66616A8A2D}" presName="image3" presStyleCnt="0"/>
      <dgm:spPr/>
    </dgm:pt>
    <dgm:pt modelId="{99F757EC-9DB5-476E-84FF-28DF13CD6B99}" type="pres">
      <dgm:prSet presAssocID="{52885887-0337-4B8E-B0CE-FF66616A8A2D}" presName="imageRepeatNode" presStyleLbl="alignAcc1" presStyleIdx="2" presStyleCnt="3"/>
      <dgm:spPr/>
    </dgm:pt>
    <dgm:pt modelId="{9174F48B-210C-4CEB-BF70-3055D1CC7EB8}" type="pres">
      <dgm:prSet presAssocID="{52885887-0337-4B8E-B0CE-FF66616A8A2D}" presName="imageaccent3" presStyleCnt="0"/>
      <dgm:spPr/>
    </dgm:pt>
    <dgm:pt modelId="{A855985F-E6CC-4B7C-89B9-EF0EC2C18993}" type="pres">
      <dgm:prSet presAssocID="{52885887-0337-4B8E-B0CE-FF66616A8A2D}" presName="accentRepeatNode" presStyleLbl="solidAlignAcc1" presStyleIdx="5" presStyleCnt="6"/>
      <dgm:spPr/>
    </dgm:pt>
  </dgm:ptLst>
  <dgm:cxnLst>
    <dgm:cxn modelId="{50E0DA14-2BCE-44ED-A040-DE2717DD07D1}" type="presOf" srcId="{00E52F5A-AB0C-4D0B-9B0D-251B4FB6FAD5}" destId="{3D303F9F-0A12-45DC-A18E-DD6A835BD4FD}" srcOrd="0" destOrd="0" presId="urn:microsoft.com/office/officeart/2008/layout/HexagonCluster"/>
    <dgm:cxn modelId="{5647AC19-C3DD-4FC6-A12D-3C426E89434B}" type="presOf" srcId="{DAA8D740-11A4-438C-8058-3A3202DC5EE7}" destId="{1C0008FF-E976-42AE-BB05-6CB5CE22F18C}" srcOrd="0" destOrd="0" presId="urn:microsoft.com/office/officeart/2008/layout/HexagonCluster"/>
    <dgm:cxn modelId="{C201032E-DFE0-404B-8E3A-38EE64298544}" type="presOf" srcId="{925C5648-E8D6-45B6-B35A-C7F84270B3BC}" destId="{B8E29467-262E-464C-AC76-1B81A3C1FA5D}" srcOrd="0" destOrd="0" presId="urn:microsoft.com/office/officeart/2008/layout/HexagonCluster"/>
    <dgm:cxn modelId="{00EEE260-41B5-4951-BF29-D083D4C90E8B}" type="presOf" srcId="{52885887-0337-4B8E-B0CE-FF66616A8A2D}" destId="{99F757EC-9DB5-476E-84FF-28DF13CD6B99}" srcOrd="0" destOrd="0" presId="urn:microsoft.com/office/officeart/2008/layout/HexagonCluster"/>
    <dgm:cxn modelId="{7D490B47-24F9-48FC-8C1E-C8D6850283FB}" srcId="{00E52F5A-AB0C-4D0B-9B0D-251B4FB6FAD5}" destId="{925C5648-E8D6-45B6-B35A-C7F84270B3BC}" srcOrd="2" destOrd="0" parTransId="{0CA9102F-E752-47AD-A4F2-0181FDCE852B}" sibTransId="{52885887-0337-4B8E-B0CE-FF66616A8A2D}"/>
    <dgm:cxn modelId="{586A20BB-9993-4EEB-8B96-73105B846699}" type="presOf" srcId="{DD2451FF-ED40-40D7-AD32-375D12ECD3B2}" destId="{6E58BDD5-F759-4C68-9014-DD20B522AC1B}" srcOrd="0" destOrd="0" presId="urn:microsoft.com/office/officeart/2008/layout/HexagonCluster"/>
    <dgm:cxn modelId="{2A0D58C2-4880-430B-94D3-E2A5E0C888D6}" srcId="{00E52F5A-AB0C-4D0B-9B0D-251B4FB6FAD5}" destId="{F810090E-CBA7-4D2D-BB79-F62D2A4EE15B}" srcOrd="0" destOrd="0" parTransId="{4821965F-691B-43C1-A712-1DC8756C2B13}" sibTransId="{DD2451FF-ED40-40D7-AD32-375D12ECD3B2}"/>
    <dgm:cxn modelId="{2FA9D3C9-07AF-4FA6-8DF6-27F2E025B674}" type="presOf" srcId="{F810090E-CBA7-4D2D-BB79-F62D2A4EE15B}" destId="{FA45F8A2-4EB6-42B3-9F13-E343A0F82150}" srcOrd="0" destOrd="0" presId="urn:microsoft.com/office/officeart/2008/layout/HexagonCluster"/>
    <dgm:cxn modelId="{0BAA87CD-B3B8-47EF-B9E5-83F6A9F01F1C}" type="presOf" srcId="{1E9A8599-B1C6-40B4-8104-541EAC33AE72}" destId="{EB94C29E-EDDF-47F4-8A87-43DCD43577CA}" srcOrd="0" destOrd="0" presId="urn:microsoft.com/office/officeart/2008/layout/HexagonCluster"/>
    <dgm:cxn modelId="{F76F3CD1-D813-4BEE-93FB-786227F56437}" srcId="{00E52F5A-AB0C-4D0B-9B0D-251B4FB6FAD5}" destId="{1E9A8599-B1C6-40B4-8104-541EAC33AE72}" srcOrd="1" destOrd="0" parTransId="{FB867C36-E1CC-44AA-8626-6E44037CB200}" sibTransId="{DAA8D740-11A4-438C-8058-3A3202DC5EE7}"/>
    <dgm:cxn modelId="{91345BE8-4555-4FDA-95DE-BDEC36CD0FEB}" type="presParOf" srcId="{3D303F9F-0A12-45DC-A18E-DD6A835BD4FD}" destId="{74367919-BD80-48B6-9144-9B738D6ED894}" srcOrd="0" destOrd="0" presId="urn:microsoft.com/office/officeart/2008/layout/HexagonCluster"/>
    <dgm:cxn modelId="{214ECF09-C120-41A7-9854-498DB22EA1AE}" type="presParOf" srcId="{74367919-BD80-48B6-9144-9B738D6ED894}" destId="{FA45F8A2-4EB6-42B3-9F13-E343A0F82150}" srcOrd="0" destOrd="0" presId="urn:microsoft.com/office/officeart/2008/layout/HexagonCluster"/>
    <dgm:cxn modelId="{AEE1195C-4B97-4C8F-B677-1C9CB4C4298B}" type="presParOf" srcId="{3D303F9F-0A12-45DC-A18E-DD6A835BD4FD}" destId="{442C76F0-6443-483A-87C1-DC6C545417DD}" srcOrd="1" destOrd="0" presId="urn:microsoft.com/office/officeart/2008/layout/HexagonCluster"/>
    <dgm:cxn modelId="{4ADFFF00-5CE9-4B9B-953B-C2FBE141D3BC}" type="presParOf" srcId="{442C76F0-6443-483A-87C1-DC6C545417DD}" destId="{97B64438-C016-4AAC-8132-0061DE333E8E}" srcOrd="0" destOrd="0" presId="urn:microsoft.com/office/officeart/2008/layout/HexagonCluster"/>
    <dgm:cxn modelId="{73DED3B0-0AB5-4223-9598-6D33A63DB1F3}" type="presParOf" srcId="{3D303F9F-0A12-45DC-A18E-DD6A835BD4FD}" destId="{3B837E69-3302-4969-8DE2-F8A8A0D0BFC6}" srcOrd="2" destOrd="0" presId="urn:microsoft.com/office/officeart/2008/layout/HexagonCluster"/>
    <dgm:cxn modelId="{AC47561E-6EDB-46D1-AD8E-E943BBA85A37}" type="presParOf" srcId="{3B837E69-3302-4969-8DE2-F8A8A0D0BFC6}" destId="{6E58BDD5-F759-4C68-9014-DD20B522AC1B}" srcOrd="0" destOrd="0" presId="urn:microsoft.com/office/officeart/2008/layout/HexagonCluster"/>
    <dgm:cxn modelId="{33FCA794-30C9-44B4-8785-549B08FE7F4E}" type="presParOf" srcId="{3D303F9F-0A12-45DC-A18E-DD6A835BD4FD}" destId="{93532EDB-AEC9-48D8-9890-4D2C13CB28C3}" srcOrd="3" destOrd="0" presId="urn:microsoft.com/office/officeart/2008/layout/HexagonCluster"/>
    <dgm:cxn modelId="{EF353D22-ACBC-4A8E-AF83-D1B7484BF508}" type="presParOf" srcId="{93532EDB-AEC9-48D8-9890-4D2C13CB28C3}" destId="{142F696A-42FC-41A1-83FC-747900B164AD}" srcOrd="0" destOrd="0" presId="urn:microsoft.com/office/officeart/2008/layout/HexagonCluster"/>
    <dgm:cxn modelId="{BB7C90D7-9F37-4C13-B583-1A13A94E05B2}" type="presParOf" srcId="{3D303F9F-0A12-45DC-A18E-DD6A835BD4FD}" destId="{A7C66303-63E9-4CAC-8BD2-1A2C69F4E487}" srcOrd="4" destOrd="0" presId="urn:microsoft.com/office/officeart/2008/layout/HexagonCluster"/>
    <dgm:cxn modelId="{72EED70B-767A-4308-A60F-5AC7913DA556}" type="presParOf" srcId="{A7C66303-63E9-4CAC-8BD2-1A2C69F4E487}" destId="{EB94C29E-EDDF-47F4-8A87-43DCD43577CA}" srcOrd="0" destOrd="0" presId="urn:microsoft.com/office/officeart/2008/layout/HexagonCluster"/>
    <dgm:cxn modelId="{4DDA50B0-28AC-43E3-8440-CD303771258A}" type="presParOf" srcId="{3D303F9F-0A12-45DC-A18E-DD6A835BD4FD}" destId="{7C78DD42-AE68-4861-A789-F4A35ACDD678}" srcOrd="5" destOrd="0" presId="urn:microsoft.com/office/officeart/2008/layout/HexagonCluster"/>
    <dgm:cxn modelId="{A6F9A651-1BB0-45B0-9D83-65B709683DE1}" type="presParOf" srcId="{7C78DD42-AE68-4861-A789-F4A35ACDD678}" destId="{A19B9FA4-2BB1-4E5D-99CA-2E1F21917D70}" srcOrd="0" destOrd="0" presId="urn:microsoft.com/office/officeart/2008/layout/HexagonCluster"/>
    <dgm:cxn modelId="{BABA68AA-1F8E-49EA-B1BF-FC439F4EEDAF}" type="presParOf" srcId="{3D303F9F-0A12-45DC-A18E-DD6A835BD4FD}" destId="{8CAC710F-39FC-4765-83C2-622D27C5A63B}" srcOrd="6" destOrd="0" presId="urn:microsoft.com/office/officeart/2008/layout/HexagonCluster"/>
    <dgm:cxn modelId="{779A2CB1-530C-4472-A5AF-2F2D046685F5}" type="presParOf" srcId="{8CAC710F-39FC-4765-83C2-622D27C5A63B}" destId="{1C0008FF-E976-42AE-BB05-6CB5CE22F18C}" srcOrd="0" destOrd="0" presId="urn:microsoft.com/office/officeart/2008/layout/HexagonCluster"/>
    <dgm:cxn modelId="{98499CC2-50BD-4557-93A1-2BC9D0262946}" type="presParOf" srcId="{3D303F9F-0A12-45DC-A18E-DD6A835BD4FD}" destId="{22C109FD-F789-4093-AB4A-E8FF9B17DBC6}" srcOrd="7" destOrd="0" presId="urn:microsoft.com/office/officeart/2008/layout/HexagonCluster"/>
    <dgm:cxn modelId="{47AD17AA-D8ED-48B1-A9B9-A9E6C95B4AAF}" type="presParOf" srcId="{22C109FD-F789-4093-AB4A-E8FF9B17DBC6}" destId="{224DB306-E609-4783-9B6E-5A1C6A708723}" srcOrd="0" destOrd="0" presId="urn:microsoft.com/office/officeart/2008/layout/HexagonCluster"/>
    <dgm:cxn modelId="{9069C0A7-9164-4AB6-8000-992C13B9F7CA}" type="presParOf" srcId="{3D303F9F-0A12-45DC-A18E-DD6A835BD4FD}" destId="{6055C59B-A8C0-4E16-84C4-802E882AD560}" srcOrd="8" destOrd="0" presId="urn:microsoft.com/office/officeart/2008/layout/HexagonCluster"/>
    <dgm:cxn modelId="{B806FAC3-2450-49C9-B55D-62CAC9A1A0F7}" type="presParOf" srcId="{6055C59B-A8C0-4E16-84C4-802E882AD560}" destId="{B8E29467-262E-464C-AC76-1B81A3C1FA5D}" srcOrd="0" destOrd="0" presId="urn:microsoft.com/office/officeart/2008/layout/HexagonCluster"/>
    <dgm:cxn modelId="{597951FF-AC00-4849-A3DD-AB867FB671CF}" type="presParOf" srcId="{3D303F9F-0A12-45DC-A18E-DD6A835BD4FD}" destId="{03480AF7-8A6D-443E-80DF-B9E1991619BA}" srcOrd="9" destOrd="0" presId="urn:microsoft.com/office/officeart/2008/layout/HexagonCluster"/>
    <dgm:cxn modelId="{A3DF818D-9CB8-40A1-B6F1-776884FB4EDA}" type="presParOf" srcId="{03480AF7-8A6D-443E-80DF-B9E1991619BA}" destId="{99DBA16D-9F3A-4BA8-BCFD-996173531DA4}" srcOrd="0" destOrd="0" presId="urn:microsoft.com/office/officeart/2008/layout/HexagonCluster"/>
    <dgm:cxn modelId="{EFCA1DD6-BB79-4D02-884F-06D922AE60D9}" type="presParOf" srcId="{3D303F9F-0A12-45DC-A18E-DD6A835BD4FD}" destId="{031E13E3-944D-401F-A834-B43DB2A5656E}" srcOrd="10" destOrd="0" presId="urn:microsoft.com/office/officeart/2008/layout/HexagonCluster"/>
    <dgm:cxn modelId="{45DA8DB2-8769-4B15-9642-586DA38C4836}" type="presParOf" srcId="{031E13E3-944D-401F-A834-B43DB2A5656E}" destId="{99F757EC-9DB5-476E-84FF-28DF13CD6B99}" srcOrd="0" destOrd="0" presId="urn:microsoft.com/office/officeart/2008/layout/HexagonCluster"/>
    <dgm:cxn modelId="{BF0BCC13-02A7-4A43-8B11-DF4B45DE0C9E}" type="presParOf" srcId="{3D303F9F-0A12-45DC-A18E-DD6A835BD4FD}" destId="{9174F48B-210C-4CEB-BF70-3055D1CC7EB8}" srcOrd="11" destOrd="0" presId="urn:microsoft.com/office/officeart/2008/layout/HexagonCluster"/>
    <dgm:cxn modelId="{4A242B23-59B5-458D-844D-2967A13E4716}" type="presParOf" srcId="{9174F48B-210C-4CEB-BF70-3055D1CC7EB8}" destId="{A855985F-E6CC-4B7C-89B9-EF0EC2C18993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5F8A2-4EB6-42B3-9F13-E343A0F82150}">
      <dsp:nvSpPr>
        <dsp:cNvPr id="0" name=""/>
        <dsp:cNvSpPr/>
      </dsp:nvSpPr>
      <dsp:spPr>
        <a:xfrm>
          <a:off x="1861795" y="2792688"/>
          <a:ext cx="1972659" cy="17007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480" rIns="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Mouse</a:t>
          </a:r>
        </a:p>
      </dsp:txBody>
      <dsp:txXfrm>
        <a:off x="2167915" y="3056616"/>
        <a:ext cx="1360419" cy="1172920"/>
      </dsp:txXfrm>
    </dsp:sp>
    <dsp:sp modelId="{97B64438-C016-4AAC-8132-0061DE333E8E}">
      <dsp:nvSpPr>
        <dsp:cNvPr id="0" name=""/>
        <dsp:cNvSpPr/>
      </dsp:nvSpPr>
      <dsp:spPr>
        <a:xfrm>
          <a:off x="1913042" y="3543546"/>
          <a:ext cx="230962" cy="19906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8BDD5-F759-4C68-9014-DD20B522AC1B}">
      <dsp:nvSpPr>
        <dsp:cNvPr id="0" name=""/>
        <dsp:cNvSpPr/>
      </dsp:nvSpPr>
      <dsp:spPr>
        <a:xfrm>
          <a:off x="175557" y="1879167"/>
          <a:ext cx="1972659" cy="1700776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F696A-42FC-41A1-83FC-747900B164AD}">
      <dsp:nvSpPr>
        <dsp:cNvPr id="0" name=""/>
        <dsp:cNvSpPr/>
      </dsp:nvSpPr>
      <dsp:spPr>
        <a:xfrm>
          <a:off x="1518510" y="3355270"/>
          <a:ext cx="230962" cy="19906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4C29E-EDDF-47F4-8A87-43DCD43577CA}">
      <dsp:nvSpPr>
        <dsp:cNvPr id="0" name=""/>
        <dsp:cNvSpPr/>
      </dsp:nvSpPr>
      <dsp:spPr>
        <a:xfrm>
          <a:off x="3542417" y="1858946"/>
          <a:ext cx="1972659" cy="17007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480" rIns="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Monitor</a:t>
          </a:r>
        </a:p>
      </dsp:txBody>
      <dsp:txXfrm>
        <a:off x="3848537" y="2122874"/>
        <a:ext cx="1360419" cy="1172920"/>
      </dsp:txXfrm>
    </dsp:sp>
    <dsp:sp modelId="{A19B9FA4-2BB1-4E5D-99CA-2E1F21917D70}">
      <dsp:nvSpPr>
        <dsp:cNvPr id="0" name=""/>
        <dsp:cNvSpPr/>
      </dsp:nvSpPr>
      <dsp:spPr>
        <a:xfrm>
          <a:off x="4890986" y="3333252"/>
          <a:ext cx="230962" cy="19906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0008FF-E976-42AE-BB05-6CB5CE22F18C}">
      <dsp:nvSpPr>
        <dsp:cNvPr id="0" name=""/>
        <dsp:cNvSpPr/>
      </dsp:nvSpPr>
      <dsp:spPr>
        <a:xfrm>
          <a:off x="5223038" y="2792688"/>
          <a:ext cx="1972659" cy="1700776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DB306-E609-4783-9B6E-5A1C6A708723}">
      <dsp:nvSpPr>
        <dsp:cNvPr id="0" name=""/>
        <dsp:cNvSpPr/>
      </dsp:nvSpPr>
      <dsp:spPr>
        <a:xfrm>
          <a:off x="5274285" y="3543546"/>
          <a:ext cx="230962" cy="19906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29467-262E-464C-AC76-1B81A3C1FA5D}">
      <dsp:nvSpPr>
        <dsp:cNvPr id="0" name=""/>
        <dsp:cNvSpPr/>
      </dsp:nvSpPr>
      <dsp:spPr>
        <a:xfrm>
          <a:off x="1861795" y="929248"/>
          <a:ext cx="1972659" cy="170077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480" rIns="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Keyboard</a:t>
          </a:r>
        </a:p>
      </dsp:txBody>
      <dsp:txXfrm>
        <a:off x="2167915" y="1193176"/>
        <a:ext cx="1360419" cy="1172920"/>
      </dsp:txXfrm>
    </dsp:sp>
    <dsp:sp modelId="{99DBA16D-9F3A-4BA8-BCFD-996173531DA4}">
      <dsp:nvSpPr>
        <dsp:cNvPr id="0" name=""/>
        <dsp:cNvSpPr/>
      </dsp:nvSpPr>
      <dsp:spPr>
        <a:xfrm>
          <a:off x="3199132" y="966094"/>
          <a:ext cx="230962" cy="19906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F757EC-9DB5-476E-84FF-28DF13CD6B99}">
      <dsp:nvSpPr>
        <dsp:cNvPr id="0" name=""/>
        <dsp:cNvSpPr/>
      </dsp:nvSpPr>
      <dsp:spPr>
        <a:xfrm>
          <a:off x="3542417" y="0"/>
          <a:ext cx="1972659" cy="1700776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5985F-E6CC-4B7C-89B9-EF0EC2C18993}">
      <dsp:nvSpPr>
        <dsp:cNvPr id="0" name=""/>
        <dsp:cNvSpPr/>
      </dsp:nvSpPr>
      <dsp:spPr>
        <a:xfrm>
          <a:off x="3600684" y="746813"/>
          <a:ext cx="230962" cy="19906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5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8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2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7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9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9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29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0759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12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8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85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83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5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4B88742-ADCF-49E9-8D4B-073F90A55E3A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B7713EF-F7B7-4B13-BACE-4B4310F05593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A77D4D5-2753-4D3D-B986-B789D2EFC7A4}"/>
              </a:ext>
            </a:extLst>
          </p:cNvPr>
          <p:cNvGrpSpPr/>
          <p:nvPr userDrawn="1"/>
        </p:nvGrpSpPr>
        <p:grpSpPr>
          <a:xfrm>
            <a:off x="11434812" y="61725"/>
            <a:ext cx="568517" cy="654372"/>
            <a:chOff x="10684042" y="116840"/>
            <a:chExt cx="734730" cy="845686"/>
          </a:xfrm>
        </p:grpSpPr>
        <p:sp>
          <p:nvSpPr>
            <p:cNvPr id="7" name="Half Frame 6">
              <a:extLst>
                <a:ext uri="{FF2B5EF4-FFF2-40B4-BE49-F238E27FC236}">
                  <a16:creationId xmlns:a16="http://schemas.microsoft.com/office/drawing/2014/main" id="{902BE3C1-694D-47CD-9532-E30FF9240821}"/>
                </a:ext>
              </a:extLst>
            </p:cNvPr>
            <p:cNvSpPr/>
            <p:nvPr userDrawn="1"/>
          </p:nvSpPr>
          <p:spPr>
            <a:xfrm>
              <a:off x="10684042" y="250257"/>
              <a:ext cx="594183" cy="712269"/>
            </a:xfrm>
            <a:prstGeom prst="half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Half Frame 8">
              <a:extLst>
                <a:ext uri="{FF2B5EF4-FFF2-40B4-BE49-F238E27FC236}">
                  <a16:creationId xmlns:a16="http://schemas.microsoft.com/office/drawing/2014/main" id="{C05AD8DB-63D2-489A-A844-EE6C4C1FC2B1}"/>
                </a:ext>
              </a:extLst>
            </p:cNvPr>
            <p:cNvSpPr/>
            <p:nvPr userDrawn="1"/>
          </p:nvSpPr>
          <p:spPr>
            <a:xfrm flipH="1" flipV="1">
              <a:off x="10824589" y="116840"/>
              <a:ext cx="594183" cy="712269"/>
            </a:xfrm>
            <a:prstGeom prst="half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6B6B5BE-B98A-4C61-9268-A93064A07A4A}"/>
              </a:ext>
            </a:extLst>
          </p:cNvPr>
          <p:cNvSpPr/>
          <p:nvPr userDrawn="1"/>
        </p:nvSpPr>
        <p:spPr>
          <a:xfrm>
            <a:off x="188671" y="6564429"/>
            <a:ext cx="1178116" cy="211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B36B7771-1CE5-4996-A99B-54417FBD4CA0}"/>
              </a:ext>
            </a:extLst>
          </p:cNvPr>
          <p:cNvSpPr/>
          <p:nvPr userDrawn="1"/>
        </p:nvSpPr>
        <p:spPr>
          <a:xfrm>
            <a:off x="1420708" y="6516304"/>
            <a:ext cx="282967" cy="28296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C9CBE94A-1284-4491-B389-F4CB454D274F}"/>
              </a:ext>
            </a:extLst>
          </p:cNvPr>
          <p:cNvSpPr/>
          <p:nvPr userDrawn="1"/>
        </p:nvSpPr>
        <p:spPr>
          <a:xfrm>
            <a:off x="231003" y="5159135"/>
            <a:ext cx="1164657" cy="1109144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5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9685B0-4270-4A6E-9447-3B744E016E57}"/>
              </a:ext>
            </a:extLst>
          </p:cNvPr>
          <p:cNvSpPr txBox="1"/>
          <p:nvPr/>
        </p:nvSpPr>
        <p:spPr>
          <a:xfrm>
            <a:off x="4413488" y="557045"/>
            <a:ext cx="33650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WELCOME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77C988-2498-4A91-9062-C747560C8455}"/>
              </a:ext>
            </a:extLst>
          </p:cNvPr>
          <p:cNvCxnSpPr/>
          <p:nvPr/>
        </p:nvCxnSpPr>
        <p:spPr>
          <a:xfrm>
            <a:off x="3752196" y="620110"/>
            <a:ext cx="45089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49C48A-DFAC-4CA0-AE51-79991A2225FA}"/>
              </a:ext>
            </a:extLst>
          </p:cNvPr>
          <p:cNvCxnSpPr/>
          <p:nvPr/>
        </p:nvCxnSpPr>
        <p:spPr>
          <a:xfrm>
            <a:off x="3767961" y="1388042"/>
            <a:ext cx="45089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3442C94-2B53-4C00-951E-FE6B61F4A0B4}"/>
              </a:ext>
            </a:extLst>
          </p:cNvPr>
          <p:cNvSpPr/>
          <p:nvPr/>
        </p:nvSpPr>
        <p:spPr>
          <a:xfrm>
            <a:off x="3263465" y="2249212"/>
            <a:ext cx="2743200" cy="1828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5F7F1-E652-4BC5-BEFB-2EBEA32CD182}"/>
              </a:ext>
            </a:extLst>
          </p:cNvPr>
          <p:cNvSpPr txBox="1"/>
          <p:nvPr/>
        </p:nvSpPr>
        <p:spPr>
          <a:xfrm>
            <a:off x="6295696" y="2748113"/>
            <a:ext cx="23423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Name: ABC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Reg. No: 12345</a:t>
            </a:r>
          </a:p>
        </p:txBody>
      </p:sp>
    </p:spTree>
    <p:extLst>
      <p:ext uri="{BB962C8B-B14F-4D97-AF65-F5344CB8AC3E}">
        <p14:creationId xmlns:p14="http://schemas.microsoft.com/office/powerpoint/2010/main" val="249818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C708BB-1802-4378-A96D-8D7EA081C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437046"/>
              </p:ext>
            </p:extLst>
          </p:nvPr>
        </p:nvGraphicFramePr>
        <p:xfrm>
          <a:off x="2666123" y="1087528"/>
          <a:ext cx="7371256" cy="449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221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DA8C417-491F-49F3-B946-CD6EBEC703E7}"/>
              </a:ext>
            </a:extLst>
          </p:cNvPr>
          <p:cNvSpPr/>
          <p:nvPr/>
        </p:nvSpPr>
        <p:spPr>
          <a:xfrm>
            <a:off x="4845269" y="2178269"/>
            <a:ext cx="2501462" cy="250146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479E8C-E715-4D88-B80E-19E02CEC33DE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n 3">
            <a:extLst>
              <a:ext uri="{FF2B5EF4-FFF2-40B4-BE49-F238E27FC236}">
                <a16:creationId xmlns:a16="http://schemas.microsoft.com/office/drawing/2014/main" id="{B7C2F226-3FB5-439A-888B-892DDBDAAF2D}"/>
              </a:ext>
            </a:extLst>
          </p:cNvPr>
          <p:cNvSpPr/>
          <p:nvPr/>
        </p:nvSpPr>
        <p:spPr>
          <a:xfrm>
            <a:off x="5223642" y="2556642"/>
            <a:ext cx="1744717" cy="1744717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oon 4">
            <a:extLst>
              <a:ext uri="{FF2B5EF4-FFF2-40B4-BE49-F238E27FC236}">
                <a16:creationId xmlns:a16="http://schemas.microsoft.com/office/drawing/2014/main" id="{1D5E20F4-E200-4898-9056-711E9F18E6BC}"/>
              </a:ext>
            </a:extLst>
          </p:cNvPr>
          <p:cNvSpPr/>
          <p:nvPr/>
        </p:nvSpPr>
        <p:spPr>
          <a:xfrm>
            <a:off x="5964621" y="1944414"/>
            <a:ext cx="262759" cy="52551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3FF33E-FE78-4B12-800B-39AE29A46FC9}"/>
              </a:ext>
            </a:extLst>
          </p:cNvPr>
          <p:cNvSpPr/>
          <p:nvPr/>
        </p:nvSpPr>
        <p:spPr>
          <a:xfrm>
            <a:off x="5891049" y="1408386"/>
            <a:ext cx="409903" cy="409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2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C 0.08281 4.81481E-6 0.15 0.11898 0.15 0.26574 C 0.15 0.41226 0.08281 0.53148 0 0.53148 C -0.08281 0.53148 -0.15 0.41226 -0.15 0.26574 C -0.15 0.11898 -0.08281 4.81481E-6 0 4.81481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57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C 0.05651 7.40741E-7 0.1026 0.08079 0.1026 0.18032 C 0.1026 0.27963 0.05651 0.36065 0 0.36065 C -0.05677 0.36065 -0.1026 0.27963 -0.1026 0.18032 C -0.1026 0.08079 -0.05677 7.40741E-7 0 7.40741E-7 Z " pathEditMode="relative" rAng="0" ptsTypes="AAAAA">
                                      <p:cBhvr>
                                        <p:cTn id="8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107</TotalTime>
  <Words>12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Droplet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Turnago 1</dc:creator>
  <cp:lastModifiedBy>Turnago 1</cp:lastModifiedBy>
  <cp:revision>4</cp:revision>
  <dcterms:created xsi:type="dcterms:W3CDTF">2026-03-30T08:09:47Z</dcterms:created>
  <dcterms:modified xsi:type="dcterms:W3CDTF">2026-03-30T09:57:35Z</dcterms:modified>
</cp:coreProperties>
</file>